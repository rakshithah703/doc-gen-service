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Project Report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Background: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0" y="18288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{project_brochure}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Internal Members: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{#internal_members}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 {name} ({designation})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{/internal_members}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External Teams: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{#external_members}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 {name} ({designation})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{/external_members}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2026-03-12T04:08:36Z</dcterms:created>
  <dcterms:modified xsi:type="dcterms:W3CDTF">2026-03-12T04:08:36Z</dcterms:modified>
</cp:coreProperties>
</file>