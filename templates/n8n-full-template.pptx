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9A9"/>
                </a:solidFill>
              </a:rPr>
              <a:t>AI Automation Report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Confidential - Internal Use Only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{project_brochure}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Team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8620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Internal Members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{#internal_members}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  {name}  |  {designation}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{/internal_members}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00600" y="1371600"/>
            <a:ext cx="3886200" cy="2743200"/>
          </a:xfrm>
          <a:prstGeom prst="rect">
            <a:avLst/>
          </a:prstGeom>
          <a:solidFill>
            <a:srgbClr val="FFF5E6"/>
          </a:solidFill>
          <a:ln w="12700">
            <a:solidFill>
              <a:srgbClr val="FFCC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5544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6600"/>
                </a:solidFill>
              </a:rPr>
              <a:t>External Advisors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83480" y="20116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{#external_members}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  {name}  |  {designation}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{/external_members}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Project Timeline &amp; Dependencies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86200" cy="2743200"/>
          </a:xfrm>
          <a:prstGeom prst="rect">
            <a:avLst/>
          </a:prstGeom>
          <a:solidFill>
            <a:srgbClr val="E6F2FF"/>
          </a:solidFill>
          <a:ln w="12700">
            <a:solidFill>
              <a:srgbClr val="99C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Week 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Vendor Goals: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657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{#key_next_steps_dependencies.week_01.vendor_responsibilities}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- {.}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{/key_next_steps_dependencies.week_01.vendor_responsibilities}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371600"/>
            <a:ext cx="3886200" cy="2743200"/>
          </a:xfrm>
          <a:prstGeom prst="rect">
            <a:avLst/>
          </a:prstGeom>
          <a:solidFill>
            <a:srgbClr val="F9E6FF"/>
          </a:solidFill>
          <a:ln w="12700">
            <a:solidFill>
              <a:srgbClr val="CC9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5544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0099"/>
                </a:solidFill>
              </a:rPr>
              <a:t>Week 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83480" y="19202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Vendor Goals: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2194560"/>
            <a:ext cx="3657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{#key_next_steps_dependencies.week_02.vendor_responsibilities}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- {.}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{/key_next_steps_dependencies.week_02.vendor_responsibilities}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2026-03-12T04:10:26Z</dcterms:created>
  <dcterms:modified xsi:type="dcterms:W3CDTF">2026-03-12T04:10:26Z</dcterms:modified>
</cp:coreProperties>
</file>